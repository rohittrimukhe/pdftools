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Happy PDF Launch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Every document tool. Free. Private.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people switch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Nothing is uploaded</a:t>
            </a:r>
          </a:p>
          <a:p>
            <a:r>
              <a:t>Works offline</a:t>
            </a:r>
          </a:p>
          <a:p>
            <a:r>
              <a:t>No sign-up, no limits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3657600" cy="914400"/>
          </a:xfrm>
          <a:prstGeom prst="rect">
            <a:avLst/>
          </a:prstGeom>
          <a:solidFill>
            <a:srgbClr val="FFC24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Picture slide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3657600" cy="1828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Made with python-pptx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